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0" d="100"/>
          <a:sy n="110" d="100"/>
        </p:scale>
        <p:origin x="11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0000" y="1800000"/>
            <a:ext cx="86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🧭 나침반 (NACHIMBAN)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AI 기반 교육 공공데이터 활용 고등학교 진로 매칭 서비스</a:t>
            </a:r>
          </a:p>
          <a:p>
            <a:endParaRPr/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Navigating Academic Careers through Holistic Intelligence</a:t>
            </a:r>
            <a:br/>
            <a:r>
              <a:t>with Mined puBlic data And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5760000"/>
            <a:ext cx="86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교육공공데이터 AI 활용 대회 | AI 활용 아이디어 기획 분야</a:t>
            </a:r>
          </a:p>
          <a:p>
            <a:pPr algn="ctr">
              <a:defRPr sz="1200">
                <a:solidFill>
                  <a:srgbClr val="2563EB"/>
                </a:solidFill>
              </a:defRPr>
            </a:pPr>
            <a:r>
              <a:t>서비스 URL: https://nachimban-nine.vercel.app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활용 교육 공공데이터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■ 데이터 1: 전국 고등학교 기본정보 (2,407개 학교)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출처: 나이스(NEIS) 교육정보 개방 포털 (https://open.neis.go.kr)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API: schoolInfo | 라이선스: 공공누리 제1유형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내용: 학교명, 유형(일반고/특목고/특성화고), 주소, 홈페이지, 설립구분, 남녀공학구분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■ 데이터 2: 고등학교별 개설 교과목 (2,307개 학교, 161,317건)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출처: 나이스(NEIS) 교육정보 개방 포털 (https://open.neis.go.kr)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API: hisTimetable | 라이선스: 공공누리 제1유형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내용: 학교별 실제 개설 교과목명 (2025년 4월 기준)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■ 데이터 3: 직업 상세정보 및 능력/지식 점수 (462개 직업)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출처: 워크넷 work24 OpenAPI (https://www.work24.go.kr)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API: callOpenApiSvcInfo212L01 | 라이선스: 공공누리 제1유형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내용: 직업명, 직업개요, 임금, 전망, 필요 능력 35개 항목 점수, 필요 지식 30개 항목 점수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1.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현재 진로 교육의 문제점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전국 2,407개 고등학교 정보가 여러 기관에 산재 → 통합 비교 불가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기존 MBTI: 16유형 분류로 경계값 학생 개인차 미반영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진로 선택이 데이터가 아닌 주변 평판에 의존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진로상담 인프라 부족 지역의 교육 격차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해결 목표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교육 공공데이터를 AI로 통합 분석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누구나 무료로 이용 가능한 맞춤형 진로 매칭 서비스 구현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MBTI 연속 스펙트럼(256가지+)으로 정밀한 개인차 반영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2. 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핵심 아이디어: Holland 검사 + MBTI 연속 스펙트럼 + 공공데이터 AI 매칭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■ MBTI 연속 스펙트럼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기존 16유형 → 4축 × 0~100 연속값 (256가지+ 조합)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각 축: 강한E / 약한E / 약한I / 강한I (4단계)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직업에도 MBTI 4축 연속값을 부여 → 유클리드 거리로 정밀 매칭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■ 이중 매칭 구조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Holland(RIASEC) → 직업군 1차 필터 (코사인 유사도, 가중치 60%)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MBTI 스펙트럼 → 직업군 내 세부 매칭 (유클리드 거리, 가중치 40%)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공공데이터 → 실제 학과/학교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3. AI 활용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데이터 전처리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나이스 API → 전국 고등학교 기본정보 + 개설 교과목 수집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워크넷 API → 462개 직업별 능력(35개) / 지식(30개) 점수 수집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AI 모델링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워크넷 능력 점수 → Holland RIASEC 6축 점수 산출 (키워드 매핑)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워크넷 능력 점수 → MBTI 4축 연속값 산출 (양방향 비율 계산)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산출 공식: 축 값 = 두번째방향평균 / (첫번째 + 두번째) × 100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추론/매칭 절차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1: 학생 Holland + MBTI → 직업 유사도 계산 → Top 5 추천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2: 추천 직업 → 관련 학과 → 필수 교과목 추출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3: 교과목 개설 학교 필터 + 성별/거주지 기반 매칭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Step 4: 교육과정 로드맵 생성 (고1→고2→고3)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4. 서비스 사용자 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입력 단계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1] 목표 입력 (선택) - 희망 학교/대학/학과/직업 (자동완성, 건너뛰기 가능)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2] Holland 흥미 검사 - 18문항, 5점 척도 → RIASEC 6축 점수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3] MBTI 스펙트럼 검사 - 32문항, 7점 척도 → 4축 연속값(0~100)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[Step 4] 추가 정보 - 성별, 거주지(시도/시군구/동), 학년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결과 대시보드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종합 의견 (핵심 요약)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프로필 시각화 (Holland 레이더 차트 + MBTI 스펙트럼 바)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목표 매칭도 비교 (입력한 경우, 0~100% 판정)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AI 추천 진로 Top 5 (직업 설명 + 적합도 + 추천 이유 + 관련 학과)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추천 고등학교 3~10개 (유형별 정보 차등, 더보기 지원)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교육과정 로드맵 (고1~고3 학년별 교과 + 비교과)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5-1. 데이터 분석: 전국 고등학교 유형별 분포</a:t>
            </a:r>
          </a:p>
        </p:txBody>
      </p:sp>
      <p:pic>
        <p:nvPicPr>
          <p:cNvPr id="3" name="Picture 2" descr="01_schoo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전국 2,407개 고등학교 | 일반고 68.3%, 특성화고 20.4%, 특목고 6.6%, 자율고 4.7%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5-2. 데이터 분석: 시도별 고등학교 수</a:t>
            </a:r>
          </a:p>
        </p:txBody>
      </p:sp>
      <p:pic>
        <p:nvPicPr>
          <p:cNvPr id="3" name="Picture 2" descr="02_schools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경기도(505개) &gt; 서울(319개) &gt; 경남(195개) 순 | 지역별 교육 인프라 격차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5-3. 데이터 분석: Holland 유형별 직업 분포</a:t>
            </a:r>
          </a:p>
        </p:txBody>
      </p:sp>
      <p:pic>
        <p:nvPicPr>
          <p:cNvPr id="3" name="Picture 2" descr="04_holl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현실형(R) 37%로 가장 많음 | 워크넷 462개 직업 능력 데이터 기반 산출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5-4. 데이터 분석: 직업 대분류별 MBTI 스펙트럼</a:t>
            </a:r>
          </a:p>
        </p:txBody>
      </p:sp>
      <p:pic>
        <p:nvPicPr>
          <p:cNvPr id="3" name="Picture 2" descr="05_mbti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연구직: I+T 성향 | 교육직: E+F 성향 | 예술직: N+P 성향 | 공공데이터 기반 패턴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1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5-5. 데이터 분석: 가장 많이 개설된 과목 Top 20</a:t>
            </a:r>
          </a:p>
        </p:txBody>
      </p:sp>
      <p:pic>
        <p:nvPicPr>
          <p:cNvPr id="3" name="Picture 2" descr="07_popular_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640000" cy="50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648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한국사·영어Ⅰ·수학Ⅰ이 대부분 학교에 개설 | 물리학Ⅱ·공학일반 등은 소수 학교만 개설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6. 기대효과 및 사회적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기대효과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학생: 데이터 기반 객관적 진로 탐색, 적합 학교 발견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학부모: 자녀 특성에 맞는 교육 선택 근거 제공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교사: 진로지도 보조 자료, 학생별 맞춤 상담 근거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정책: 지역별 교육 인프라 격차 데이터 기반 파악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사회적 가치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교육 형평성: 농어촌·소외 지역에도 동일 품질의 AI 추천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정보 접근성: 산재된 공공데이터를 하나의 서비스로 통합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개인 맞춤화: 256가지+ MBTI 조합으로 획일적 진로지도 탈피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공공데이터 활용: 세금으로 구축된 데이터의 실질적 활용 모범 사례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의사결정 지원: 감이 아닌 데이터 기반 진로 선택 문화 조성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7. 기술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시스템 구성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Frontend: React + TypeScript + Tailwind CSS + Recharts (Vercel 배포)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Backend: Python FastAPI + AI 매칭 엔진 (Render 배포)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데이터: 나이스 + 워크넷 공공데이터 (CSV, REST API)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AI 매칭 엔진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Holland 매칭: 코사인 유사도 (학생 6축 벡터 ↔ 직업 6축 벡터)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MBTI 매칭: 유클리드 거리 (학생 4축 ↔ 직업 4축, 0~100 연속값)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학교 매칭: 교과목 커버리지 + 학교유형 보너스 + 근접도 보너스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매칭 가중치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진로 추천 = Holland(60%) + MBTI(40%)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학교 추천 = 교과목 커버리지 + 유형(+5) + 동일 동(+8) / 동일 구(+3)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8. 향후 발전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데이터 확장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커리어넷 API 연동 (승인 대기 중) → 학과-직업 매핑 정확도 향상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졸업생 진로 현황 데이터 반영 → 학교 추천 근거 강화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대학 입시 전형 데이터 연계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기능 고도화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사용자 피드백 학습 → 추천 모델 지속 개선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모바일 앱 개발 → 접근성 확대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학부모/교사용 대시보드 → 교육 현장 활용도 제고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서비스 확장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중학생 → 고등학교 선택 (현재)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고등학생 → 대학/학과 선택 (확장 예정)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대학생 → 취업/진로 매칭 (장기 목표)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360000"/>
            <a:ext cx="93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부록: 생성형 AI 활용 정보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(대회 규정에 따라 생성형 AI 활용 사항을 기재합니다)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93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활용 도구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Claude (Anthropic) - Kiro IDE 환경에서 활용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활용 내용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프로젝트 기획 및 구조 설계 지원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공공데이터 API 수집 스크립트 작성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Holland/MBTI 매핑 알고리즘 설계 및 구현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Frontend/Backend 코드 작성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EDA 시각화 스크립트 작성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보고서 및 발표자료 초안 작성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▶ 추가 산출물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전체 소스코드: https://github.com/soobeen0822/nachimban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• 라이브 서비스: https://nachimban-nine.vercel.app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1417</Words>
  <Application>Microsoft Macintosh PowerPoint</Application>
  <PresentationFormat>사용자 지정</PresentationFormat>
  <Paragraphs>152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오석재</cp:lastModifiedBy>
  <cp:revision>1</cp:revision>
  <dcterms:created xsi:type="dcterms:W3CDTF">2013-01-27T09:14:16Z</dcterms:created>
  <dcterms:modified xsi:type="dcterms:W3CDTF">2026-05-17T13:38:25Z</dcterms:modified>
  <cp:category/>
</cp:coreProperties>
</file>