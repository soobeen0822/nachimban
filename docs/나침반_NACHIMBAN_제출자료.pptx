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00000" y="-1080000"/>
            <a:ext cx="6480000" cy="6480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0" y="1440000"/>
            <a:ext cx="792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나침반</a:t>
            </a:r>
          </a:p>
          <a:p>
            <a:pPr>
              <a:spcBef>
                <a:spcPts val="400"/>
              </a:spcBef>
              <a:defRPr sz="2000">
                <a:solidFill>
                  <a:srgbClr val="3B82F6"/>
                </a:solidFill>
              </a:defRPr>
            </a:pPr>
            <a:r>
              <a:t>NACHIMBAN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0" y="3600000"/>
            <a:ext cx="79200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AI 기반 교육 공공데이터 활용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고등학교 진로 매칭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0" y="5400000"/>
            <a:ext cx="792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82F6"/>
                </a:solidFill>
              </a:defRPr>
            </a:pPr>
            <a:r>
              <a:t>https://nachimban-nine.vercel.app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교육공공데이터 AI 활용 대회 | AI 활용 아이디어 기획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활용 교육 공공데이터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데이터 1: 전국 고등학교 기본정보 (2,407개 학교)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출처: 나이스(NEIS) 교육정보 개방 포털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URL: https://open.neis.go.kr/hub/schoolInfo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라이선스: 공공누리 제1유형 (출처표시)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내용: 학교명, 유형, 주소, 홈페이지, 설립구분, 남녀공학구분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데이터 2: 고등학교별 개설 교과목 (2,307개 학교, 161,317건)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출처: 나이스(NEIS) 교육정보 개방 포털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URL: https://open.neis.go.kr/hub/hisTimetable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라이선스: 공공누리 제1유형 (출처표시)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내용: 학교별 실제 개설 교과목명 (2025년 4월 기준 시간표)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데이터 3: 직업 상세정보 + 능력/지식 점수 (462개 직업)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출처: 워크넷 work24 OpenAPI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URL: https://www.work24.go.kr/cm/openApi/call/wk/callOpenApiSvcInfo212L01.do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라이선스: 공공누리 제1유형 (출처표시)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내용: 직업명, 개요, 임금, 전망, 능력 35개 + 지식 30개 항목 점수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문제 정의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현재 진로 교육의 문제점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전국 2,407개 고등학교 정보가 여러 기관에 산재 → 통합 비교 불가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기존 MBTI 검사: 16유형으로만 분류 → 경계값 학생의 개인차 미반영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진로 선택이 데이터 기반이 아닌 주변 평판·막연한 인식에 의존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진로상담 인프라 부족 지역(농어촌 등)의 정보 접근성 격차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해결 목표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교육 공공데이터를 AI로 통합 분석하여 맞춤형 진로 매칭 제공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MBTI 연속 스펙트럼(4축 0~100)으로 256가지+ 개인차 반영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웹 기반 무료 서비스 → 지역·소득 무관 동등한 정보 접근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서비스 개요: 나침반(NACHIMBAN)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핵심 컨셉: Holland + MBTI 연속 스펙트럼 + 공공데이터 AI 매칭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MBTI 연속 스펙트럼 (기존 대비 차별점)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기존: E or I (이분법) → 나침반: EI축 0~100 연속값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4축 × 4단계 = 256가지 조합 (실제로는 무한한 연속값)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예: EI=35(약한E), SN=80(강한N), TF=25(강한T), JP=60(약한P)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이중 매칭 구조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1차: Holland(RIASEC) 코사인 유사도 → 직업군 필터 (가중치 60%)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2차: MBTI 유클리드 거리 → 직업 내 세부 매칭 (가중치 40%)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3차: 공공데이터 기반 학과 → 교과목 → 학교 연결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800"/>
              </a:spcBef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■ 결과 제공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추천 진로 Top 5 + 목표 매칭도 비교 + 맞춤 학교 + 교육과정 로드맵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AI 활용 과정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Step 1: 데이터 수집 및 전처리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나이스 API → 고등학교 기본정보 + 시간표(개설 교과목) 수집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워크넷 API → 462개 직업별 능력(35개)/지식(30개) 점수 수집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Step 2: AI 모델링 (공공데이터 → Holland/MBTI 프로필 산출)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Holland: 워크넷 능력 키워드를 RIASEC 6유형에 매핑 → 유형별 평균 점수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MBTI: 양방향 능력 키워드 비율로 4축 연속값 산출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공식: 축 값 = 두번째방향평균 / (첫번째 + 두번째) × 100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Step 3: 추론 및 매칭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학생 프로필 ↔ 직업 프로필 유사도 계산 → 적합 직업 순위화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적합 직업 → 관련 학과 → 필수 교과목 → 해당 과목 개설 학교 필터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성별 필터 + 거주지 근접도(동/구 단위) 반영 → 최종 학교 추천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서비스 사용자 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입력 단계 (약 8~10분 소요)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[Step 1] 목표 입력 — 희망 학교/학과/직업 자동완성 선택 (건너뛰기 가능)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[Step 2] Holland 흥미 검사 — 18문항 · 5점 척도 → RIASEC 6축 점수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[Step 3] MBTI 스펙트럼 검사 — 32문항 · 7점 척도 → 4축 연속값(0~100)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[Step 4] 추가 정보 — 성별, 거주지(시도/시군구/동), 학년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결과 대시보드 (AI 분석 후 즉시 제공)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📋 종합 의견 — 핵심 분석 결과 한줄 요약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📊 프로필 시각화 — Holland 레이더 차트 + MBTI 스펙트럼 바(수치 포함)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🎯 목표 매칭도 — 입력 목표 vs AI 추천 적합도 비교 (0~100%)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💼 추천 진로 Top 5 — 직업 설명 + 적합도 + 추천 이유 + 관련 학과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🏫 추천 학교 3~10개 — 유형별 차등 정보, 더보기 지원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📚 교육과정 로드맵 — 고1→고2→고3 추천 교과 + 비교과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8000"/>
            <a:ext cx="1008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데이터 분석 ① 전국 고등학교 유형별 분포</a:t>
            </a:r>
          </a:p>
        </p:txBody>
      </p:sp>
      <p:pic>
        <p:nvPicPr>
          <p:cNvPr id="5" name="Picture 4" descr="01_school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1080000"/>
            <a:ext cx="936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6120000"/>
            <a:ext cx="104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일반고 1,645개(68%) · 특성화고 490개(20%) · 특목고 160개(7%) · 자율고 112개(5%) | 나이스 공공데이터 기반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8000"/>
            <a:ext cx="1008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데이터 분석 ② 시도별 고등학교 수</a:t>
            </a:r>
          </a:p>
        </p:txBody>
      </p:sp>
      <p:pic>
        <p:nvPicPr>
          <p:cNvPr id="5" name="Picture 4" descr="02_schools_by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1080000"/>
            <a:ext cx="936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6120000"/>
            <a:ext cx="104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경기도(505개) &gt; 서울(319개) &gt; 경남(195개) | 수도권 집중 및 지역 간 인프라 격차 확인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8000"/>
            <a:ext cx="1008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데이터 분석 ③ Holland 유형별 직업 분포</a:t>
            </a:r>
          </a:p>
        </p:txBody>
      </p:sp>
      <p:pic>
        <p:nvPicPr>
          <p:cNvPr id="5" name="Picture 4" descr="04_hollan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1080000"/>
            <a:ext cx="936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6120000"/>
            <a:ext cx="104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현실형(R) 37%로 최다 | 워크넷 462개 직업의 능력/지식 데이터 기반 Holland 코드 산출 결과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8000"/>
            <a:ext cx="1008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데이터 분석 ④ 직업 대분류별 MBTI 스펙트럼</a:t>
            </a:r>
          </a:p>
        </p:txBody>
      </p:sp>
      <p:pic>
        <p:nvPicPr>
          <p:cNvPr id="5" name="Picture 4" descr="05_mbti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1080000"/>
            <a:ext cx="936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6120000"/>
            <a:ext cx="104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연구직: I+T 성향 | 교육직: E+F 성향 | 예술직: N+P 성향 | 대분류별 MBTI 패턴이 명확히 구분됨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8000"/>
            <a:ext cx="1008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데이터 분석 ⑤ 전국 고등학교 인기 개설 과목</a:t>
            </a:r>
          </a:p>
        </p:txBody>
      </p:sp>
      <p:pic>
        <p:nvPicPr>
          <p:cNvPr id="5" name="Picture 4" descr="07_popular_su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1080000"/>
            <a:ext cx="936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6120000"/>
            <a:ext cx="104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한국사·영어Ⅰ·수학Ⅰ = 대부분 개설 | 물리학Ⅱ·공학일반 등 진로 특화 과목은 소수 학교만 개설 → 학교 선택의 근거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기대효과 및 사회적 가치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기대효과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학생: 데이터 기반 객관적 진로 탐색, 개인 특성에 맞는 학교 발견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학부모: 자녀 적성 데이터로 교육 의사결정 근거 확보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교사: 진로지도 보조 자료, 학생별 맞춤 상담 근거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정책: 지역별 교과목 개설 격차 데이터 기반 파악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사회적 가치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교육 형평성 — 인프라 부족 지역에도 동일 품질의 AI 추천 제공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정보 접근성 — 나이스+워크넷 공공데이터를 하나의 서비스로 통합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개인 맞춤화 — 256가지+ MBTI 조합으로 획일적 진로지도 탈피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공공데이터 활용 — 세금으로 구축된 데이터의 교육 현장 환원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의사결정 지원 — 감이 아닌 데이터 기반 진로 선택 문화 조성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기술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시스템 구성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Frontend: React + TypeScript + Tailwind CSS + Recharts → Vercel 배포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Backend: Python FastAPI + AI 매칭 엔진 → Render 배포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데이터: 나이스 API + 워크넷 API → CSV 가공 → 매칭 엔진에 로드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AI 매칭 엔진 핵심 로직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Holland: 학생 6축 벡터 ↔ 직업 6축 벡터 → 코사인 유사도(0~100)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MBTI: 학생 4축 ↔ 직업 4축 → 유클리드 거리 → 유사도(0~100)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최종 점수 = Holland × 0.6 + MBTI × 0.4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학교 매칭 점수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기본: 진로 필수 교과목 개설 비율 (개설 수 / 전체 필수 과목 수) × 100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보너스: 특목고 +5점, 자율고 +3점, 같은 동 +8점, 같은 구 +3점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필터: 성별(남→여학교 제외), 거주지(시군구 우선 → 시도 확장)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향후 발전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데이터 확장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커리어넷 API 연동 (승인 대기 중) → 학과-직업 매핑 정확도 향상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졸업생 진로 현황 데이터 → 학교별 실제 진학 실적 기반 추천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대학 입시 전형 정보 연계 → 학생부교과/종합 가이드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기능 고도화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사용자 피드백 수집 → 추천 모델 지속 개선 (A/B 테스트)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학부모/교사용 대시보드 → 교육 현장 활용도 제고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모바일 반응형 → 스마트폰 접근성 확대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서비스 확장 로드맵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Phase 1 (현재): 중학생 → 고등학교 매칭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Phase 2: 고등학생 → 대학/학과 매칭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Phase 3: 대학생 → 취업/진로 매칭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60000" y="6300000"/>
            <a:ext cx="72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900000" y="360000"/>
            <a:ext cx="1008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부록: 생성형 AI 활용 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1152000"/>
            <a:ext cx="1440000" cy="3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440000"/>
            <a:ext cx="104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활용 도구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Claude (Anthropic) — Kiro IDE 환경에서 대화형으로 활용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활용 범위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프로젝트 기획 및 아키텍처 설계 지원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공공데이터 API 수집 스크립트 작성 (Python)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Holland/MBTI 매핑 알고리즘 설계 및 구현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Frontend(React) / Backend(FastAPI) 코드 작성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EDA 시각화 스크립트 작성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보고서 및 발표자료 초안 작성</a:t>
            </a:r>
          </a:p>
          <a:p>
            <a:pPr>
              <a:spcAft>
                <a:spcPts val="800"/>
              </a:spcAft>
            </a:pPr>
          </a:p>
          <a:p>
            <a:pPr>
              <a:spcBef>
                <a:spcPts val="1200"/>
              </a:spcBef>
              <a:spcAft>
                <a:spcPts val="300"/>
              </a:spcAft>
              <a:defRPr sz="1500" b="1">
                <a:solidFill>
                  <a:srgbClr val="1D4ED8"/>
                </a:solidFill>
              </a:defRPr>
            </a:pPr>
            <a:r>
              <a:t>▶ 산출물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전체 소스코드: https://github.com/soobeen0822/nachimban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라이브 서비스: https://nachimban-nine.vercel.app</a:t>
            </a:r>
          </a:p>
          <a:p>
            <a:pPr>
              <a:spcAft>
                <a:spcPts val="300"/>
              </a:spcAft>
              <a:defRPr sz="1300">
                <a:solidFill>
                  <a:srgbClr val="1E293B"/>
                </a:solidFill>
              </a:defRPr>
            </a:pPr>
            <a:r>
              <a:t>  • API 서버: https://nachimban-api.onrender.com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